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Empowering students with real-world virtual industry experience.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Lack of real internships</a:t>
            </a:r>
          </a:p>
          <a:p>
            <a:r>
              <a:t>• Limited industry exposure</a:t>
            </a:r>
          </a:p>
          <a:p>
            <a:r>
              <a:t>• Tier-2/Tier-3 student gap</a:t>
            </a:r>
          </a:p>
          <a:p>
            <a:r>
              <a:t>• Skill mismatch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Virtual internship platform with real projects, mentors, and certificates.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45+ lakh CS/IT students</a:t>
            </a:r>
          </a:p>
          <a:p>
            <a:r>
              <a:t>• EdTech growing 40% YoY</a:t>
            </a:r>
          </a:p>
          <a:p>
            <a:r>
              <a:t>• Mandatory internships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Internship dashboard</a:t>
            </a:r>
          </a:p>
          <a:p>
            <a:r>
              <a:t>• Mentor support</a:t>
            </a:r>
          </a:p>
          <a:p>
            <a:r>
              <a:t>• Project evaluation</a:t>
            </a:r>
          </a:p>
          <a:p>
            <a:r>
              <a:t>• Certification engine</a:t>
            </a:r>
          </a:p>
          <a:p>
            <a:r>
              <a:t>• LMS + live classes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 subscription</a:t>
            </a:r>
          </a:p>
          <a:p>
            <a:r>
              <a:t>• College partnerships</a:t>
            </a:r>
          </a:p>
          <a:p>
            <a:r>
              <a:t>• Corporate projects</a:t>
            </a:r>
          </a:p>
          <a:p>
            <a:r>
              <a:t>• White-label LMS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(Projected)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500+ students in 6 months</a:t>
            </a:r>
          </a:p>
          <a:p>
            <a:r>
              <a:t>• ₹2–3 lakh MRR</a:t>
            </a:r>
          </a:p>
          <a:p>
            <a:r>
              <a:t>• 20+ college partnerships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Affordable</a:t>
            </a:r>
          </a:p>
          <a:p>
            <a:r>
              <a:t>• Real-world tasks</a:t>
            </a:r>
          </a:p>
          <a:p>
            <a:r>
              <a:t>• Automation</a:t>
            </a:r>
          </a:p>
          <a:p>
            <a:r>
              <a:t>• Portfolio-focused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Founder: You</a:t>
            </a:r>
          </a:p>
          <a:p>
            <a:r>
              <a:t>Mentors: Industry experts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DPIIT recognition</a:t>
            </a:r>
          </a:p>
          <a:p>
            <a:r>
              <a:t>• Govt &amp; corporate collaboration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